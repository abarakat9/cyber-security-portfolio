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92058d7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92058d7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92058d7c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92058d7c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198da5a97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198da5a97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92058d7cf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92058d7cf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92058d7c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92058d7c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92058d7cf_1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92058d7cf_1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82TTfe5OfXukloLXJqylX4CoXXDMrdFu/view?usp=sharing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K.E.V.I.N.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Environmental Virtual Intelligence Network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729625" y="3172900"/>
            <a:ext cx="7645800" cy="17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Hasanain Alsaid, Ahmad Barakat, Damion Tsosie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 ITEC 490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17725"/>
            <a:ext cx="7913100" cy="30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Hasanain Alsaid</a:t>
            </a:r>
            <a:r>
              <a:rPr lang="en">
                <a:solidFill>
                  <a:schemeClr val="dk1"/>
                </a:solidFill>
              </a:rPr>
              <a:t>: Lead UI/UX Developer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Ahmad Barakat</a:t>
            </a:r>
            <a:r>
              <a:rPr lang="en">
                <a:solidFill>
                  <a:schemeClr val="dk1"/>
                </a:solidFill>
              </a:rPr>
              <a:t>: Security Architect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Damion Tsosie</a:t>
            </a:r>
            <a:r>
              <a:rPr lang="en">
                <a:solidFill>
                  <a:schemeClr val="dk1"/>
                </a:solidFill>
              </a:rPr>
              <a:t>: UI Solutions Developer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41025" y="298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Overview and Goals                      - </a:t>
            </a:r>
            <a:r>
              <a:rPr lang="en" sz="2244"/>
              <a:t>Ahmad</a:t>
            </a:r>
            <a:endParaRPr sz="2244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02400" y="833750"/>
            <a:ext cx="8427300" cy="32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K.E.V.I.N. (Key Environment Virtual Intelligence Network) is a smart home dashboard that unifies all devices, sensors, cameras, and climate controls into one simple, clear interface.</a:t>
            </a:r>
            <a:endParaRPr/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35"/>
              <a:t>Goals:</a:t>
            </a:r>
            <a:endParaRPr b="1" sz="2035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Centralized:</a:t>
            </a:r>
            <a:r>
              <a:rPr lang="en"/>
              <a:t> Single dashboard for all devices.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Awareness:</a:t>
            </a:r>
            <a:r>
              <a:rPr lang="en"/>
              <a:t> Real-time status at a glance.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Control:</a:t>
            </a:r>
            <a:r>
              <a:rPr lang="en"/>
              <a:t> Simple, direct adjustments.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Security:</a:t>
            </a:r>
            <a:r>
              <a:rPr lang="en"/>
              <a:t> Live feeds, sensors, and alerts.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Energy:</a:t>
            </a:r>
            <a:r>
              <a:rPr lang="en"/>
              <a:t> Track usage and trends.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Clarity:</a:t>
            </a:r>
            <a:r>
              <a:rPr lang="en"/>
              <a:t> Clean, clutter-free view.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Architecture</a:t>
            </a:r>
            <a:r>
              <a:rPr lang="en"/>
              <a:t>                                               - </a:t>
            </a:r>
            <a:r>
              <a:rPr lang="en" sz="2244"/>
              <a:t>Ahmad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22700" y="951600"/>
            <a:ext cx="8328600" cy="32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Compliance Policy: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https://drive.google.com/file/d/182TTfe5OfXukloLXJqylX4CoXXDMrdFu/view?usp=sharing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Defense-in-Depth &amp; Zero Trust Architecture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MFA</a:t>
            </a:r>
            <a:r>
              <a:rPr lang="en"/>
              <a:t> + Role Based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End-to-end encryption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Real-Time Alerts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NIST IR 8259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Firewall: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AWS Web Application Firewall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Filter bad requests + known malicious IPs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Screenshot 2026-05-13 131146.png"/>
          <p:cNvPicPr preferRelativeResize="0"/>
          <p:nvPr/>
        </p:nvPicPr>
        <p:blipFill rotWithShape="1">
          <a:blip r:embed="rId4">
            <a:alphaModFix/>
          </a:blip>
          <a:srcRect b="74600" l="0" r="3157" t="0"/>
          <a:stretch/>
        </p:blipFill>
        <p:spPr>
          <a:xfrm>
            <a:off x="5022969" y="4191900"/>
            <a:ext cx="3850207" cy="82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Screenshot 2026-05-13 131247.png"/>
          <p:cNvPicPr preferRelativeResize="0"/>
          <p:nvPr/>
        </p:nvPicPr>
        <p:blipFill rotWithShape="1">
          <a:blip r:embed="rId5">
            <a:alphaModFix/>
          </a:blip>
          <a:srcRect b="61093" l="0" r="0" t="0"/>
          <a:stretch/>
        </p:blipFill>
        <p:spPr>
          <a:xfrm>
            <a:off x="1460100" y="4130850"/>
            <a:ext cx="3343275" cy="94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1615650" y="3803950"/>
            <a:ext cx="2898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SQL Injection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5036125" y="3849950"/>
            <a:ext cx="341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Cross-site Scripting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 Page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500" y="1679000"/>
            <a:ext cx="6226301" cy="285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35725" y="445025"/>
            <a:ext cx="84966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Look at User Interface</a:t>
            </a:r>
            <a:endParaRPr/>
          </a:p>
          <a:p>
            <a:pPr indent="-3314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Damion &amp; Has</a:t>
            </a:r>
            <a:endParaRPr sz="1800"/>
          </a:p>
        </p:txBody>
      </p:sp>
      <p:pic>
        <p:nvPicPr>
          <p:cNvPr id="89" name="Google Shape;89;p18" title="Kevin Hom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50" y="1994975"/>
            <a:ext cx="3619250" cy="278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Power usag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2875" y="917275"/>
            <a:ext cx="2519325" cy="16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 title="Setting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5325" y="2922293"/>
            <a:ext cx="1972526" cy="2072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About.jpg"/>
          <p:cNvPicPr preferRelativeResize="0"/>
          <p:nvPr/>
        </p:nvPicPr>
        <p:blipFill rotWithShape="1">
          <a:blip r:embed="rId6">
            <a:alphaModFix/>
          </a:blip>
          <a:srcRect b="3540" l="0" r="17709" t="0"/>
          <a:stretch/>
        </p:blipFill>
        <p:spPr>
          <a:xfrm>
            <a:off x="4289200" y="2805168"/>
            <a:ext cx="1972524" cy="207208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5372875" y="566075"/>
            <a:ext cx="2274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</a:rPr>
              <a:t>Power Usage</a:t>
            </a:r>
            <a:endParaRPr sz="1300">
              <a:solidFill>
                <a:schemeClr val="lt2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4289200" y="2469250"/>
            <a:ext cx="10395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</a:rPr>
              <a:t>About</a:t>
            </a:r>
            <a:endParaRPr sz="1300">
              <a:solidFill>
                <a:schemeClr val="lt2"/>
              </a:solidFill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6763650" y="2615675"/>
            <a:ext cx="12882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</a:rPr>
              <a:t>Settings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2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414800" y="1576225"/>
            <a:ext cx="21228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Home Page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336463" y="1764618"/>
            <a:ext cx="64926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9820"/>
              <a:t>Questions?</a:t>
            </a:r>
            <a:endParaRPr sz="98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